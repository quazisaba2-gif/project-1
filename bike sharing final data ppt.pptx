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95C68-7C3E-428B-A54E-A74171D428A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13D3A-A882-4586-8CAE-E9D3D6BA9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048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13D3A-A882-4586-8CAE-E9D3D6BA904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39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Bike Sharing Demand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5120"/>
            <a:ext cx="8229600" cy="4621044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              Bike Sharing Demand Analysis                 </a:t>
            </a:r>
          </a:p>
          <a:p>
            <a:pPr marL="0" indent="0" algn="ctr">
              <a:buNone/>
            </a:pPr>
            <a:r>
              <a:rPr lang="en-US" b="1" dirty="0"/>
              <a:t> Next Hikes IT Solutions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Name			:    		SABA AFREEN KAZI</a:t>
            </a:r>
            <a:br>
              <a:rPr lang="en-US" dirty="0"/>
            </a:br>
            <a:r>
              <a:rPr lang="en-US" dirty="0"/>
              <a:t>Course			:   			AI AND DATA SCIENCE</a:t>
            </a:r>
            <a:br>
              <a:rPr lang="en-US" dirty="0"/>
            </a:br>
            <a:r>
              <a:rPr lang="en-US" dirty="0"/>
              <a:t>Date				:   			25.03.2026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helps improve </a:t>
            </a:r>
            <a:r>
              <a:rPr lang="en-US" dirty="0" err="1"/>
              <a:t>resourse</a:t>
            </a:r>
            <a:r>
              <a:rPr lang="en-US" dirty="0"/>
              <a:t> allocation and demand prediction</a:t>
            </a:r>
          </a:p>
          <a:p>
            <a:r>
              <a:rPr lang="en-US" dirty="0"/>
              <a:t>The analysis is based on hourly rental data over a period of one year .         </a:t>
            </a:r>
          </a:p>
          <a:p>
            <a:r>
              <a:rPr lang="en-US" dirty="0"/>
              <a:t>The dataset is collected from a public bike sharing system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Rental demand is often unpredictable and fluctuates significantly.</a:t>
            </a:r>
          </a:p>
          <a:p>
            <a:r>
              <a:rPr lang="en-US" dirty="0"/>
              <a:t>The rental demand is often unpredictable making it difficult to ensure optimal bike availability. </a:t>
            </a:r>
          </a:p>
          <a:p>
            <a:r>
              <a:rPr lang="en-US" dirty="0"/>
              <a:t>The objective is to analyze these patterns to improve planning and business decision making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dataset contains hourly and daily bike rental data.</a:t>
            </a:r>
          </a:p>
          <a:p>
            <a:r>
              <a:rPr lang="en-US" dirty="0"/>
              <a:t>Main columns:</a:t>
            </a:r>
          </a:p>
          <a:p>
            <a:r>
              <a:rPr lang="en-US" dirty="0"/>
              <a:t>Date (</a:t>
            </a:r>
            <a:r>
              <a:rPr lang="en-US" dirty="0" err="1"/>
              <a:t>dteday</a:t>
            </a:r>
            <a:r>
              <a:rPr lang="en-US" dirty="0"/>
              <a:t>)</a:t>
            </a:r>
          </a:p>
          <a:p>
            <a:r>
              <a:rPr lang="en-US" dirty="0"/>
              <a:t>Hour (</a:t>
            </a:r>
            <a:r>
              <a:rPr lang="en-US" dirty="0" err="1"/>
              <a:t>hr</a:t>
            </a:r>
            <a:r>
              <a:rPr lang="en-US" dirty="0"/>
              <a:t>)</a:t>
            </a:r>
          </a:p>
          <a:p>
            <a:r>
              <a:rPr lang="en-US" dirty="0"/>
              <a:t>Weather (</a:t>
            </a:r>
            <a:r>
              <a:rPr lang="en-US" dirty="0" err="1"/>
              <a:t>weathersit</a:t>
            </a:r>
            <a:r>
              <a:rPr lang="en-US" dirty="0"/>
              <a:t>)</a:t>
            </a:r>
          </a:p>
          <a:p>
            <a:r>
              <a:rPr lang="en-US" dirty="0"/>
              <a:t>Temperature (temp)</a:t>
            </a:r>
          </a:p>
          <a:p>
            <a:r>
              <a:rPr lang="en-US" dirty="0"/>
              <a:t>Users (casual, registered)</a:t>
            </a:r>
          </a:p>
          <a:p>
            <a:r>
              <a:rPr lang="en-US" dirty="0"/>
              <a:t>Total Rentals (</a:t>
            </a:r>
            <a:r>
              <a:rPr lang="en-US" dirty="0" err="1"/>
              <a:t>cnt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Checked and handle </a:t>
            </a:r>
            <a:r>
              <a:rPr lang="en-US" dirty="0" err="1"/>
              <a:t>missings</a:t>
            </a:r>
            <a:r>
              <a:rPr lang="en-US" dirty="0"/>
              <a:t> values .</a:t>
            </a:r>
          </a:p>
          <a:p>
            <a:r>
              <a:rPr lang="en-US" dirty="0"/>
              <a:t>Removed duplicated records .</a:t>
            </a:r>
          </a:p>
          <a:p>
            <a:r>
              <a:rPr lang="en-US" dirty="0"/>
              <a:t>Corrected data types ( </a:t>
            </a:r>
            <a:r>
              <a:rPr lang="en-US" dirty="0" err="1"/>
              <a:t>data,numerical,fields</a:t>
            </a:r>
            <a:r>
              <a:rPr lang="en-US" dirty="0"/>
              <a:t>)</a:t>
            </a:r>
          </a:p>
          <a:p>
            <a:r>
              <a:rPr lang="en-US" dirty="0"/>
              <a:t>Standardized column formats .</a:t>
            </a:r>
          </a:p>
          <a:p>
            <a:r>
              <a:rPr lang="en-US" dirty="0"/>
              <a:t>Verified data consistency and </a:t>
            </a:r>
            <a:r>
              <a:rPr lang="en-US" dirty="0" err="1"/>
              <a:t>accurancy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Merged 3 datasets using power Query</a:t>
            </a:r>
          </a:p>
          <a:p>
            <a:r>
              <a:rPr lang="en-US" dirty="0"/>
              <a:t>Joined datasets usings </a:t>
            </a:r>
            <a:r>
              <a:rPr lang="en-US" dirty="0" err="1"/>
              <a:t>commonkeys</a:t>
            </a:r>
            <a:r>
              <a:rPr lang="en-US" dirty="0"/>
              <a:t> </a:t>
            </a:r>
          </a:p>
          <a:p>
            <a:r>
              <a:rPr lang="en-US" dirty="0" err="1"/>
              <a:t>Instant,dteday,and</a:t>
            </a:r>
            <a:r>
              <a:rPr lang="en-US" dirty="0"/>
              <a:t> </a:t>
            </a:r>
            <a:r>
              <a:rPr lang="en-US" dirty="0" err="1"/>
              <a:t>hr</a:t>
            </a:r>
            <a:endParaRPr lang="en-US" dirty="0"/>
          </a:p>
          <a:p>
            <a:r>
              <a:rPr lang="en-US" dirty="0"/>
              <a:t>Created a  single consolidated dataset for analysis.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Weekend / Weekday classification</a:t>
            </a:r>
          </a:p>
          <a:p>
            <a:r>
              <a:rPr lang="en-US" dirty="0"/>
              <a:t>Demand Level (High / Low)</a:t>
            </a:r>
          </a:p>
          <a:p>
            <a:r>
              <a:rPr lang="en-US" dirty="0"/>
              <a:t>Temperature category (Hot / Cold / Moderate)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- Hourly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Peak demand observed during morning and evening hours</a:t>
            </a:r>
          </a:p>
          <a:p>
            <a:r>
              <a:rPr lang="en-US" dirty="0"/>
              <a:t>Low demand during late night</a:t>
            </a:r>
          </a:p>
          <a:p>
            <a:r>
              <a:rPr lang="en-US" dirty="0"/>
              <a:t>Useful for scheduling bikes efficiently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- Weather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 weather shows highest rentals</a:t>
            </a:r>
          </a:p>
          <a:p>
            <a:r>
              <a:rPr lang="en-US" dirty="0"/>
              <a:t>Rainy or bad weather reduces demand</a:t>
            </a:r>
          </a:p>
          <a:p>
            <a:r>
              <a:rPr lang="en-US" dirty="0"/>
              <a:t>Weather plays a key role in rentals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- Monthly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Demand increases during summer months</a:t>
            </a:r>
          </a:p>
          <a:p>
            <a:r>
              <a:rPr lang="en-US" dirty="0"/>
              <a:t>Lower demand in winter</a:t>
            </a:r>
          </a:p>
          <a:p>
            <a:r>
              <a:rPr lang="en-US" dirty="0"/>
              <a:t>Seasonal patterns are clearly visible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Registered users contribute more Rentals</a:t>
            </a:r>
          </a:p>
          <a:p>
            <a:r>
              <a:rPr lang="en-US" dirty="0"/>
              <a:t>Casual users mainly active on weekends</a:t>
            </a:r>
          </a:p>
          <a:p>
            <a:r>
              <a:rPr lang="en-US" dirty="0"/>
              <a:t>Shows difference in user behavior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Interactive dashboard created using </a:t>
            </a:r>
            <a:r>
              <a:rPr lang="en-US" dirty="0" err="1"/>
              <a:t>ExcelI</a:t>
            </a:r>
            <a:endParaRPr lang="en-US" dirty="0"/>
          </a:p>
          <a:p>
            <a:r>
              <a:rPr lang="en-US" dirty="0" err="1"/>
              <a:t>Ncludes</a:t>
            </a:r>
            <a:r>
              <a:rPr lang="en-US" dirty="0"/>
              <a:t> multiple charts and slicers</a:t>
            </a:r>
          </a:p>
          <a:p>
            <a:r>
              <a:rPr lang="en-US" dirty="0"/>
              <a:t>Helps in dynamic data filtering and insights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Microsoft Excel</a:t>
            </a:r>
          </a:p>
          <a:p>
            <a:r>
              <a:rPr lang="en-US" dirty="0"/>
              <a:t>Pivot Tables</a:t>
            </a:r>
          </a:p>
          <a:p>
            <a:r>
              <a:rPr lang="en-US" dirty="0"/>
              <a:t>Power Query</a:t>
            </a:r>
          </a:p>
          <a:p>
            <a:r>
              <a:rPr lang="en-US" dirty="0"/>
              <a:t>Charts and Visualization</a:t>
            </a:r>
          </a:p>
          <a:p>
            <a:r>
              <a:rPr lang="en-US" dirty="0"/>
              <a:t>Slicers for interactivity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Bike demand depends on time, weather, and user type</a:t>
            </a:r>
          </a:p>
          <a:p>
            <a:r>
              <a:rPr lang="en-US" dirty="0"/>
              <a:t>Peak hours and seasons identified</a:t>
            </a:r>
          </a:p>
          <a:p>
            <a:r>
              <a:rPr lang="en-US" dirty="0"/>
              <a:t>Data helps improve business planning and decision-making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7CD43EE-EE9F-3D49-F91E-91313082D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501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E53F5B-ECAC-BF2E-D7A6-34A398850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123"/>
            <a:ext cx="9144000" cy="549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26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B228A8-02BA-FBBA-4213-CF824E117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5806"/>
            <a:ext cx="9144000" cy="625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80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383</Words>
  <Application>Microsoft Office PowerPoint</Application>
  <PresentationFormat>On-screen Show (4:3)</PresentationFormat>
  <Paragraphs>70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Bike Sharing Demand Analysis</vt:lpstr>
      <vt:lpstr>Introduction</vt:lpstr>
      <vt:lpstr>Problem Statement</vt:lpstr>
      <vt:lpstr>Dataset Overview</vt:lpstr>
      <vt:lpstr>Data Cleaning</vt:lpstr>
      <vt:lpstr>Data Merging</vt:lpstr>
      <vt:lpstr>Key Features Created</vt:lpstr>
      <vt:lpstr>Analysis - Hourly Demand</vt:lpstr>
      <vt:lpstr>Analysis - Weather Impact</vt:lpstr>
      <vt:lpstr>Analysis - Monthly Trend</vt:lpstr>
      <vt:lpstr>User Analysis</vt:lpstr>
      <vt:lpstr>Dashboard Overview</vt:lpstr>
      <vt:lpstr>Tools Used</vt:lpstr>
      <vt:lpstr>Conclusion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Demand Analysis</dc:title>
  <dc:creator>MPB10</dc:creator>
  <dc:description>generated using python-pptx</dc:description>
  <cp:lastModifiedBy>ADMIN</cp:lastModifiedBy>
  <cp:revision>11</cp:revision>
  <dcterms:created xsi:type="dcterms:W3CDTF">2013-01-27T09:14:16Z</dcterms:created>
  <dcterms:modified xsi:type="dcterms:W3CDTF">2026-03-25T07:09:58Z</dcterms:modified>
</cp:coreProperties>
</file>